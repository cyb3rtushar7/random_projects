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702" autoAdjust="0"/>
  </p:normalViewPr>
  <p:slideViewPr>
    <p:cSldViewPr snapToGrid="0">
      <p:cViewPr varScale="1">
        <p:scale>
          <a:sx n="92" d="100"/>
          <a:sy n="92" d="100"/>
        </p:scale>
        <p:origin x="245" y="8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C05584-7740-442A-BBBC-8A30FED0EB62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687893-8B3D-43E9-95D9-D70C76385A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86927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Before Pressing </a:t>
            </a:r>
            <a:r>
              <a:rPr lang="en-IN" b="1" dirty="0"/>
              <a:t>B</a:t>
            </a:r>
            <a:r>
              <a:rPr lang="en-IN" dirty="0"/>
              <a:t>utton.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687893-8B3D-43E9-95D9-D70C76385A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30728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After clicking </a:t>
            </a:r>
            <a:r>
              <a:rPr lang="en-IN"/>
              <a:t>on button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687893-8B3D-43E9-95D9-D70C76385A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5694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5F20-4BB0-B6C2-93B3-7B089AECC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6D3CA8-92E7-1967-78B7-C864188EF0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2E2F8-25E0-9488-D028-2DE596C40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E0A7A-0D27-9141-F645-D56C554D0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E5DBC0-A607-722B-E10A-61474F76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796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B7B7D-E83F-0DD0-9CAE-4550BC0C4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A073E-99B4-A186-2E1D-C5460F121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04BFF-84C8-798B-0D89-BC3FCF17D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96795-949B-6963-2E87-F08557473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1A5C2-DD6D-6B21-1B86-E4FBB97E4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2409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268F2-9AC8-432A-6B4B-6CAEDD15A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06834-F6D5-5B1D-3112-0B24E0945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5FBF8E-8B08-7DFE-E763-AC97747D5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202B2-3B81-B3DA-3CC0-5088239E4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FAD97-68E8-B5EB-A9BE-A72BE29AC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9164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B4946-B7E8-3913-B4C3-1E23B25BF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7919E-FCBC-8D44-C69B-7FE0E43277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A4AAE-2543-6356-1965-645F82E6C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F19551-9759-F4C2-C2B6-655387E5D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50E9CC-F754-E84F-CACC-CA9BB4744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F2B8F1-C9BE-03B0-D165-FB8A81738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1440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506E1-520C-AA5E-A88F-BFF040083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E53B-380A-5E76-32C8-67D78798C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C71563-C0C7-E295-50F9-661FE00400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5BBABB-655D-60AF-A792-EDF8AC41A7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DB9083-4F23-1177-C44C-92F480DAAA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E32C32-22AF-18CA-E2C2-5F49DC950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6BA92F-2BA5-A0B8-050E-C95C09453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C71CB1-14C2-B337-9551-9F960A1D2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8859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75CB5-F040-70E1-DDE7-63EAF6E4B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125C10-7392-0E89-155E-8E8D48B7A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2BF18F-5104-AD47-457B-0BC900E88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280E38-7883-CE2D-0E76-AC23468B8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86817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65D1D9-672D-A423-B602-7483C7405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3BBCA9-4B77-ECF6-D5F5-9E1F58DFB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8389F-B319-1614-3145-FE503435C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8353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3FD2C-9E06-5FC0-31D9-9A6EC21E2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9F194-F0E5-B421-23D0-5E03AE9D7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2F8404-BEA3-5C1F-E286-EF5A20E5AC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EDE48F-B935-29D8-D580-E76C088EC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93DC27-4C15-B08A-6C12-76E9AD856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DAEB6C-B58C-9D3F-E619-6CD5E2082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0463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7C0E1-8BF5-3924-9DA4-0E58CE8AB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E127E8-0337-B4FB-EBF9-A9261FAE71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6C0796-8EDB-3EF7-FC29-F89D94998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FA8C9-63CB-4B18-5D57-23A1AAFDE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2607AA-81B2-5B98-9FB6-8450B932B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B11C61-28AF-2464-0222-8768E8CF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4997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E5AA1-B43A-8744-6C83-0EB949D2B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15937F-4267-EEFB-F979-994314DF05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4A91F-F95C-5127-0436-438838AAC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CFDEC-DF29-D337-DB14-5EA958FDF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F2E5E-B6E3-449D-AD18-B53B96CE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1690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5D6C44-E219-3AF1-EF9E-E2E9E7244F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1D34E6-B7C8-14BF-5294-C52655D01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5B2939-1E6B-7DEC-6130-3ED1209DB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8A7E32-C636-633A-E90C-666E27B41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096BD-F1FE-E7EC-6859-18E8B678F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5282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1D78FC-B947-7CAB-C6B9-297D64429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79871-331A-FD4D-6C24-FFEA9E5836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90F5CF-EE17-2290-7A7B-BBB3928637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FB0B28-FA17-4971-93CC-0ED0774106A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80C4F-64AA-8839-ECDE-05D8F127E0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7C7AC9-F1E3-79E6-0758-B5D39B9762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8578AE-DA2F-4F53-B985-852BBA0F3C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101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0075A-74D8-6D7A-93FB-82AFC87AC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03120" y="1122363"/>
            <a:ext cx="7813963" cy="2387600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D5EE51-FA38-B42F-7B46-AB69F70A4E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44094" y="3602038"/>
            <a:ext cx="7872989" cy="1655762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C93875-CF15-35F6-7AC2-2D4493599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093" y="-19019"/>
            <a:ext cx="7872989" cy="6877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278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B3C4-CA1B-35E9-9C80-A878C1F75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2262" y="365125"/>
            <a:ext cx="6764750" cy="1325563"/>
          </a:xfrm>
        </p:spPr>
        <p:txBody>
          <a:bodyPr/>
          <a:lstStyle/>
          <a:p>
            <a:endParaRPr lang="en-IN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DA94451-0CB8-C191-B3E9-2E04D1BD9A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262" y="0"/>
            <a:ext cx="67647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40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</Words>
  <Application>Microsoft Office PowerPoint</Application>
  <PresentationFormat>Widescreen</PresentationFormat>
  <Paragraphs>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Tushar Das</dc:creator>
  <cp:lastModifiedBy>Tushar Das</cp:lastModifiedBy>
  <cp:revision>1</cp:revision>
  <dcterms:created xsi:type="dcterms:W3CDTF">2026-05-05T16:21:33Z</dcterms:created>
  <dcterms:modified xsi:type="dcterms:W3CDTF">2026-05-05T16:21:49Z</dcterms:modified>
</cp:coreProperties>
</file>