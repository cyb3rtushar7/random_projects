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8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02" autoAdjust="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05584-7740-442A-BBBC-8A30FED0EB62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87893-8B3D-43E9-95D9-D70C76385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9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Before Pressing </a:t>
            </a:r>
            <a:r>
              <a:rPr lang="en-IN" b="1" dirty="0"/>
              <a:t>B</a:t>
            </a:r>
            <a:r>
              <a:rPr lang="en-IN" dirty="0"/>
              <a:t>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7893-8B3D-43E9-95D9-D70C76385A7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72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clicking </a:t>
            </a:r>
            <a:r>
              <a:rPr lang="en-IN"/>
              <a:t>on button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87893-8B3D-43E9-95D9-D70C76385A7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694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5F20-4BB0-B6C2-93B3-7B089AECC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D3CA8-92E7-1967-78B7-C864188EF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2E2F8-25E0-9488-D028-2DE596C4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E0A7A-0D27-9141-F645-D56C554D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5DBC0-A607-722B-E10A-61474F76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79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7B7D-E83F-0DD0-9CAE-4550BC0C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A073E-99B4-A186-2E1D-C5460F121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4BFF-84C8-798B-0D89-BC3FCF17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96795-949B-6963-2E87-F0855747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1A5C2-DD6D-6B21-1B86-E4FBB97E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409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68F2-9AC8-432A-6B4B-6CAEDD15A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06834-F6D5-5B1D-3112-0B24E0945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FBF8E-8B08-7DFE-E763-AC97747D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02B2-3B81-B3DA-3CC0-5088239E4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FAD97-68E8-B5EB-A9BE-A72BE29AC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16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4946-B7E8-3913-B4C3-1E23B25B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7919E-FCBC-8D44-C69B-7FE0E4327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A4AAE-2543-6356-1965-645F82E6C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19551-9759-F4C2-C2B6-655387E5D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0E9CC-F754-E84F-CACC-CA9BB474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2B8F1-C9BE-03B0-D165-FB8A8173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44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06E1-520C-AA5E-A88F-BFF040083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E53B-380A-5E76-32C8-67D78798C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71563-C0C7-E295-50F9-661FE0040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BBABB-655D-60AF-A792-EDF8AC41A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DB9083-4F23-1177-C44C-92F480DAAA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32C32-22AF-18CA-E2C2-5F49DC95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BA92F-2BA5-A0B8-050E-C95C09453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71CB1-14C2-B337-9551-9F960A1D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859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5CB5-F040-70E1-DDE7-63EAF6E4B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25C10-7392-0E89-155E-8E8D48B7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BF18F-5104-AD47-457B-0BC900E8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80E38-7883-CE2D-0E76-AC23468B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8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5D1D9-672D-A423-B602-7483C740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BBCA9-4B77-ECF6-D5F5-9E1F58DF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8389F-B319-1614-3145-FE503435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5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FD2C-9E06-5FC0-31D9-9A6EC21E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F194-F0E5-B421-23D0-5E03AE9D7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F8404-BEA3-5C1F-E286-EF5A20E5A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DE48F-B935-29D8-D580-E76C088E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3DC27-4C15-B08A-6C12-76E9AD85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AEB6C-B58C-9D3F-E619-6CD5E208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46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C0E1-8BF5-3924-9DA4-0E58CE8A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127E8-0337-B4FB-EBF9-A9261FAE7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C0796-8EDB-3EF7-FC29-F89D94998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FA8C9-63CB-4B18-5D57-23A1AAFD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607AA-81B2-5B98-9FB6-8450B932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11C61-28AF-2464-0222-8768E8CF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99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5AA1-B43A-8744-6C83-0EB949D2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5937F-4267-EEFB-F979-994314DF0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4A91F-F95C-5127-0436-438838AA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FDEC-DF29-D337-DB14-5EA958FD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2E5E-B6E3-449D-AD18-B53B96CE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69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D6C44-E219-3AF1-EF9E-E2E9E7244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D34E6-B7C8-14BF-5294-C52655D01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B2939-1E6B-7DEC-6130-3ED1209D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A7E32-C636-633A-E90C-666E27B4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096BD-F1FE-E7EC-6859-18E8B678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28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D78FC-B947-7CAB-C6B9-297D64429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79871-331A-FD4D-6C24-FFEA9E583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0F5CF-EE17-2290-7A7B-BBB392863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B0B28-FA17-4971-93CC-0ED0774106A9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80C4F-64AA-8839-ECDE-05D8F127E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7AC9-F1E3-79E6-0758-B5D39B976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578AE-DA2F-4F53-B985-852BBA0F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0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87F0-D161-8B03-B72E-970FD01F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B3877-00E2-B9C7-DF24-0D0AB5BB3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First copy the codes and save them via VS Code.</a:t>
            </a:r>
          </a:p>
          <a:p>
            <a:r>
              <a:rPr lang="en-IN" dirty="0"/>
              <a:t>Then first open the login.html file, enter any name, phone number and email Id and then click on submit it will redirect you to the main Tube Lamp file.</a:t>
            </a:r>
          </a:p>
          <a:p>
            <a:r>
              <a:rPr lang="en-IN" dirty="0"/>
              <a:t>On the tube lamp website just click the white button at bottom on the tube lamp and u will se the output. In the ppt too  have added the screenshots of the lamp and output.</a:t>
            </a:r>
          </a:p>
          <a:p>
            <a:r>
              <a:rPr lang="en-IN" dirty="0"/>
              <a:t>This is just one of my small project which I gave as a sample, there are many more Projects I have created also websites which if req. Ill surely show.</a:t>
            </a:r>
          </a:p>
        </p:txBody>
      </p:sp>
    </p:spTree>
    <p:extLst>
      <p:ext uri="{BB962C8B-B14F-4D97-AF65-F5344CB8AC3E}">
        <p14:creationId xmlns:p14="http://schemas.microsoft.com/office/powerpoint/2010/main" val="309310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B6F3C-EF47-CAE2-4D07-8A659ED3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0EA2F-9907-5872-4266-A00319DE6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662" y="282633"/>
            <a:ext cx="12224662" cy="575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4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075A-74D8-6D7A-93FB-82AFC87AC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0" y="1122363"/>
            <a:ext cx="7813963" cy="23876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5EE51-FA38-B42F-7B46-AB69F70A4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4094" y="3602038"/>
            <a:ext cx="7872989" cy="16557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93875-CF15-35F6-7AC2-2D4493599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093" y="-19019"/>
            <a:ext cx="7872989" cy="687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78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B3C4-CA1B-35E9-9C80-A878C1F7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262" y="365125"/>
            <a:ext cx="676475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DA94451-0CB8-C191-B3E9-2E04D1BD9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262" y="0"/>
            <a:ext cx="6764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</Words>
  <Application>Microsoft Office PowerPoint</Application>
  <PresentationFormat>Widescreen</PresentationFormat>
  <Paragraphs>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Steps:-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Das</dc:creator>
  <cp:lastModifiedBy>Tushar Das</cp:lastModifiedBy>
  <cp:revision>2</cp:revision>
  <dcterms:created xsi:type="dcterms:W3CDTF">2026-05-05T16:21:33Z</dcterms:created>
  <dcterms:modified xsi:type="dcterms:W3CDTF">2026-05-05T17:51:15Z</dcterms:modified>
</cp:coreProperties>
</file>